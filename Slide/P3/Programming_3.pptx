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15"/>
  </p:notesMasterIdLst>
  <p:sldIdLst>
    <p:sldId id="413" r:id="rId2"/>
    <p:sldId id="452" r:id="rId3"/>
    <p:sldId id="451" r:id="rId4"/>
    <p:sldId id="453" r:id="rId5"/>
    <p:sldId id="454" r:id="rId6"/>
    <p:sldId id="456" r:id="rId7"/>
    <p:sldId id="455" r:id="rId8"/>
    <p:sldId id="458" r:id="rId9"/>
    <p:sldId id="457" r:id="rId10"/>
    <p:sldId id="460" r:id="rId11"/>
    <p:sldId id="459" r:id="rId12"/>
    <p:sldId id="461" r:id="rId13"/>
    <p:sldId id="450" r:id="rId14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6"/>
    </p:embeddedFont>
    <p:embeddedFont>
      <p:font typeface="Khmer UI" panose="020B0502040204020203" pitchFamily="34" charset="0"/>
      <p:regular r:id="rId17"/>
      <p:bold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ExtraBold" panose="00000900000000000000" pitchFamily="2" charset="0"/>
      <p:bold r:id="rId23"/>
      <p:boldItalic r:id="rId24"/>
    </p:embeddedFont>
    <p:embeddedFont>
      <p:font typeface="Montserrat ExtraLight" panose="00000300000000000000" pitchFamily="2" charset="0"/>
      <p:regular r:id="rId25"/>
      <p:italic r:id="rId26"/>
    </p:embeddedFont>
    <p:embeddedFont>
      <p:font typeface="Posterama" panose="020B0504020200020000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FFCD8B"/>
    <a:srgbClr val="72A700"/>
    <a:srgbClr val="F9F488"/>
    <a:srgbClr val="FFE6C5"/>
    <a:srgbClr val="FFAE43"/>
    <a:srgbClr val="85D5E6"/>
    <a:srgbClr val="FFD074"/>
    <a:srgbClr val="001631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26" d="100"/>
          <a:sy n="126" d="100"/>
        </p:scale>
        <p:origin x="4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3653609"/>
            <a:ext cx="1019175" cy="1019175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857625" y="4163197"/>
            <a:ext cx="263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fall semester 2025 _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Gharjistan</a:t>
            </a:r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uni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Programming(3)</a:t>
            </a:r>
            <a:endParaRPr lang="en-US" sz="4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1287085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8E83D-4274-7DD7-2A16-D959C3C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Programming_3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75A84E4-7B35-9B3D-7D87-2DEC90711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1788C-902B-9296-4CDA-D69B05304BF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935951"/>
            <a:ext cx="7985378" cy="2253326"/>
          </a:xfrm>
        </p:spPr>
        <p:txBody>
          <a:bodyPr/>
          <a:lstStyle/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Understand what a loop is and why it’s needed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for to repeat tasks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Generate sequences with range()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Check if an item exists with in / not in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Write clear decision logic using match-case</a:t>
            </a:r>
          </a:p>
        </p:txBody>
      </p:sp>
    </p:spTree>
    <p:extLst>
      <p:ext uri="{BB962C8B-B14F-4D97-AF65-F5344CB8AC3E}">
        <p14:creationId xmlns:p14="http://schemas.microsoft.com/office/powerpoint/2010/main" val="242183413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1FCE-6557-8C80-3592-8F99DBB35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match-case</a:t>
            </a:r>
          </a:p>
        </p:txBody>
      </p:sp>
    </p:spTree>
    <p:extLst>
      <p:ext uri="{BB962C8B-B14F-4D97-AF65-F5344CB8AC3E}">
        <p14:creationId xmlns:p14="http://schemas.microsoft.com/office/powerpoint/2010/main" val="180197541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CEDC54-0D81-3405-FBFC-ED8B70D4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Match_Case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EDB689-EDAE-F023-0C20-C16CB2E6243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3" y="683654"/>
            <a:ext cx="7476228" cy="2864944"/>
          </a:xfrm>
        </p:spPr>
        <p:txBody>
          <a:bodyPr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Introduced in Python 3.10+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Cleaner alternative to many if-</a:t>
            </a:r>
            <a:r>
              <a:rPr lang="en-US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elif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statements.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Always include case _: as the “default” option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Case values must be exact (match is case-sensitive)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Works great when checking fixed categories (e.g., days, menu options)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206640-8C0F-8C57-D1F6-BDDF38CC8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817" y="2831234"/>
            <a:ext cx="3639433" cy="191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6533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DA7FAA-F686-20C1-4151-CAD9760F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Match_Case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02425-90AE-8E7E-A4FF-2BFB26BEB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410" y="1476165"/>
            <a:ext cx="4861180" cy="281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4050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7DAA85-CF58-1C2A-C480-E8E92A7114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Membership Operators</a:t>
            </a:r>
          </a:p>
        </p:txBody>
      </p:sp>
    </p:spTree>
    <p:extLst>
      <p:ext uri="{BB962C8B-B14F-4D97-AF65-F5344CB8AC3E}">
        <p14:creationId xmlns:p14="http://schemas.microsoft.com/office/powerpoint/2010/main" val="1830146856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488C08F-4AA2-7BFF-C0F1-95F1DA5CB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200" dirty="0"/>
              <a:t>Used to check if something exists in a list, tuple, or string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F87DB8-34EE-6113-553B-64223FF8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Membership Operators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4CEB31-719A-8530-CC9A-8A1796B49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239" y="2526861"/>
            <a:ext cx="2507031" cy="14102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38ECA4-B8E1-71CF-339C-DF7EB6357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39" y="1206433"/>
            <a:ext cx="5063622" cy="273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7308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0442D8-2676-DB2F-937B-02C687CEE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Range</a:t>
            </a:r>
          </a:p>
        </p:txBody>
      </p:sp>
    </p:spTree>
    <p:extLst>
      <p:ext uri="{BB962C8B-B14F-4D97-AF65-F5344CB8AC3E}">
        <p14:creationId xmlns:p14="http://schemas.microsoft.com/office/powerpoint/2010/main" val="1127991622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AD6A49D-A76C-34E8-4696-06D6F6EB73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Creates a sequence of numbers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0D95FA-681D-2B41-4430-83CF1538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1AE2DE-55ED-12BA-0359-46EFEDCDD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311" y="2889438"/>
            <a:ext cx="2622087" cy="1474924"/>
          </a:xfrm>
          <a:prstGeom prst="rect">
            <a:avLst/>
          </a:prstGeom>
        </p:spPr>
      </p:pic>
      <p:pic>
        <p:nvPicPr>
          <p:cNvPr id="10" name="Picture 9" descr="A diagram of a program&#10;&#10;AI-generated content may be incorrect.">
            <a:extLst>
              <a:ext uri="{FF2B5EF4-FFF2-40B4-BE49-F238E27FC236}">
                <a16:creationId xmlns:a16="http://schemas.microsoft.com/office/drawing/2014/main" id="{B6273B20-B1FD-E5D5-B6A4-227DC6C70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05" y="1018049"/>
            <a:ext cx="5443167" cy="31074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B6BA883-2298-69D3-523F-5260704BDD5C}"/>
              </a:ext>
            </a:extLst>
          </p:cNvPr>
          <p:cNvSpPr/>
          <p:nvPr/>
        </p:nvSpPr>
        <p:spPr>
          <a:xfrm>
            <a:off x="3869546" y="3631810"/>
            <a:ext cx="1943857" cy="3936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9282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D20AB9-5791-E46A-4E1E-D88DA8E370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For</a:t>
            </a:r>
          </a:p>
        </p:txBody>
      </p:sp>
    </p:spTree>
    <p:extLst>
      <p:ext uri="{BB962C8B-B14F-4D97-AF65-F5344CB8AC3E}">
        <p14:creationId xmlns:p14="http://schemas.microsoft.com/office/powerpoint/2010/main" val="418129711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C61EFEB-96B3-0DEC-D15C-C08EF2234B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a Loop?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165BE-D898-6AA1-FF6A-AE2A4C725A3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1162049"/>
            <a:ext cx="7985378" cy="1163313"/>
          </a:xfrm>
        </p:spPr>
        <p:txBody>
          <a:bodyPr/>
          <a:lstStyle/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 loop lets us repeat a block of code several times.</a:t>
            </a:r>
            <a:b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Instead of writing the same line many times, we can use a loop.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A3E3CC-0673-B8EC-AE11-FBBC9D95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09604E-C19C-6D38-26AD-AA515CCDF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650" y="2325362"/>
            <a:ext cx="4335831" cy="243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0313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8CF26E-0B38-4FBA-143E-A8488C69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5FC94-9B53-7E30-823D-2979920D6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37" y="737082"/>
            <a:ext cx="4454243" cy="3479573"/>
          </a:xfrm>
          <a:prstGeom prst="rect">
            <a:avLst/>
          </a:prstGeom>
        </p:spPr>
      </p:pic>
      <p:pic>
        <p:nvPicPr>
          <p:cNvPr id="8" name="Picture 7" descr="A computer game with a machine&#10;&#10;AI-generated content may be incorrect.">
            <a:extLst>
              <a:ext uri="{FF2B5EF4-FFF2-40B4-BE49-F238E27FC236}">
                <a16:creationId xmlns:a16="http://schemas.microsoft.com/office/drawing/2014/main" id="{CC1790B2-0B4D-60CD-3AE6-B79E6FDA8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334" y="2087720"/>
            <a:ext cx="3784773" cy="212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59675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6488</TotalTime>
  <Words>192</Words>
  <Application>Microsoft Office PowerPoint</Application>
  <PresentationFormat>On-screen Show (16:9)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Posterama</vt:lpstr>
      <vt:lpstr>Khmer UI</vt:lpstr>
      <vt:lpstr>Aptos</vt:lpstr>
      <vt:lpstr>Aharoni</vt:lpstr>
      <vt:lpstr>Wingdings</vt:lpstr>
      <vt:lpstr>Montserrat ExtraBold</vt:lpstr>
      <vt:lpstr>Montserrat</vt:lpstr>
      <vt:lpstr>Montserrat ExtraLight</vt:lpstr>
      <vt:lpstr>Futuristic Background by Slidesgo</vt:lpstr>
      <vt:lpstr>Programming(3)</vt:lpstr>
      <vt:lpstr>Programming_3</vt:lpstr>
      <vt:lpstr>match-case</vt:lpstr>
      <vt:lpstr>Match_Case</vt:lpstr>
      <vt:lpstr>Match_Case</vt:lpstr>
      <vt:lpstr>Membership Operators</vt:lpstr>
      <vt:lpstr>Membership Operators</vt:lpstr>
      <vt:lpstr>Range</vt:lpstr>
      <vt:lpstr>Range</vt:lpstr>
      <vt:lpstr>For</vt:lpstr>
      <vt:lpstr>For</vt:lpstr>
      <vt:lpstr>For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Mostafi</cp:lastModifiedBy>
  <cp:revision>252</cp:revision>
  <dcterms:created xsi:type="dcterms:W3CDTF">2024-12-02T14:00:11Z</dcterms:created>
  <dcterms:modified xsi:type="dcterms:W3CDTF">2025-10-26T08:54:18Z</dcterms:modified>
  <cp:category>Logic Circuits</cp:category>
</cp:coreProperties>
</file>