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72" r:id="rId1"/>
  </p:sldMasterIdLst>
  <p:notesMasterIdLst>
    <p:notesMasterId r:id="rId10"/>
  </p:notesMasterIdLst>
  <p:sldIdLst>
    <p:sldId id="413" r:id="rId2"/>
    <p:sldId id="453" r:id="rId3"/>
    <p:sldId id="454" r:id="rId4"/>
    <p:sldId id="455" r:id="rId5"/>
    <p:sldId id="457" r:id="rId6"/>
    <p:sldId id="456" r:id="rId7"/>
    <p:sldId id="458" r:id="rId8"/>
    <p:sldId id="450" r:id="rId9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1"/>
    </p:embeddedFont>
    <p:embeddedFont>
      <p:font typeface="Khmer UI" panose="020B0502040204020203" pitchFamily="34" charset="0"/>
      <p:regular r:id="rId12"/>
      <p:bold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ExtraBold" panose="00000900000000000000" pitchFamily="2" charset="0"/>
      <p:bold r:id="rId18"/>
      <p:boldItalic r:id="rId19"/>
    </p:embeddedFont>
    <p:embeddedFont>
      <p:font typeface="Montserrat ExtraLight" panose="00000300000000000000" pitchFamily="2" charset="0"/>
      <p:regular r:id="rId20"/>
      <p:italic r:id="rId21"/>
    </p:embeddedFont>
    <p:embeddedFont>
      <p:font typeface="Posterama" panose="020B0504020200020000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8B"/>
    <a:srgbClr val="72A700"/>
    <a:srgbClr val="F9F488"/>
    <a:srgbClr val="FFE6C5"/>
    <a:srgbClr val="FFAE43"/>
    <a:srgbClr val="85D5E6"/>
    <a:srgbClr val="FFD074"/>
    <a:srgbClr val="001631"/>
    <a:srgbClr val="E97132"/>
    <a:srgbClr val="747A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09" autoAdjust="0"/>
    <p:restoredTop sz="96323" autoAdjust="0"/>
  </p:normalViewPr>
  <p:slideViewPr>
    <p:cSldViewPr snapToGrid="0">
      <p:cViewPr varScale="1">
        <p:scale>
          <a:sx n="126" d="100"/>
          <a:sy n="126" d="100"/>
        </p:scale>
        <p:origin x="42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333E3-72D9-4F8D-8968-0C5D8F10734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271D7-2488-401D-96D1-EFC76CE6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4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457B78B-8EB0-26C4-34D1-4BA9B7FA54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79693BF6-B94C-D376-1789-A93C44ABD66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cxnSp>
        <p:nvCxnSpPr>
          <p:cNvPr id="5" name="Google Shape;165;p38">
            <a:extLst>
              <a:ext uri="{FF2B5EF4-FFF2-40B4-BE49-F238E27FC236}">
                <a16:creationId xmlns:a16="http://schemas.microsoft.com/office/drawing/2014/main" id="{6958F97A-D385-638A-6C5B-8EC5D1715C4C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760" y="3653609"/>
            <a:ext cx="1019175" cy="1019175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857625" y="4163197"/>
            <a:ext cx="2634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fall semester 2025 _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Gharjistan</a:t>
            </a:r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uni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Khmer UI" pitchFamily="34" charset="0"/>
              <a:cs typeface="Khmer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7227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-No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7A11C6-19AA-3E44-58A7-C914B018C1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6" name="Google Shape;165;p38">
            <a:extLst>
              <a:ext uri="{FF2B5EF4-FFF2-40B4-BE49-F238E27FC236}">
                <a16:creationId xmlns:a16="http://schemas.microsoft.com/office/drawing/2014/main" id="{1E131CE8-B620-0118-54DC-E0B7B5A813DD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1" name="Google Shape;20;p5">
            <a:extLst>
              <a:ext uri="{FF2B5EF4-FFF2-40B4-BE49-F238E27FC236}">
                <a16:creationId xmlns:a16="http://schemas.microsoft.com/office/drawing/2014/main" id="{EA059631-C19E-991D-6D01-BE23FB703388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276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 preserve="1" userDrawn="1">
  <p:cSld name="Section 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C644-0069-AB3E-B406-3479FF69F9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2249400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3" name="Google Shape;165;p38">
            <a:extLst>
              <a:ext uri="{FF2B5EF4-FFF2-40B4-BE49-F238E27FC236}">
                <a16:creationId xmlns:a16="http://schemas.microsoft.com/office/drawing/2014/main" id="{502F4F22-45C1-4753-A4B4-178CCF92C488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941366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2ECA98E3-F378-0703-E813-0F1EBA84AEE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3002460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4598094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165;p38">
            <a:extLst>
              <a:ext uri="{FF2B5EF4-FFF2-40B4-BE49-F238E27FC236}">
                <a16:creationId xmlns:a16="http://schemas.microsoft.com/office/drawing/2014/main" id="{5FB02F9F-884B-4495-B25D-AB2D27F8BDA9}"/>
              </a:ext>
            </a:extLst>
          </p:cNvPr>
          <p:cNvCxnSpPr>
            <a:cxnSpLocks/>
          </p:cNvCxnSpPr>
          <p:nvPr userDrawn="1"/>
        </p:nvCxnSpPr>
        <p:spPr>
          <a:xfrm>
            <a:off x="2651760" y="1303659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129877323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140121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;p9">
            <a:extLst>
              <a:ext uri="{FF2B5EF4-FFF2-40B4-BE49-F238E27FC236}">
                <a16:creationId xmlns:a16="http://schemas.microsoft.com/office/drawing/2014/main" id="{EDCFF91D-84B0-43AC-0860-DF47CEB52A30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04612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5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8" name="Google Shape;36;p10">
            <a:extLst>
              <a:ext uri="{FF2B5EF4-FFF2-40B4-BE49-F238E27FC236}">
                <a16:creationId xmlns:a16="http://schemas.microsoft.com/office/drawing/2014/main" id="{E5E23F22-CC2F-45A0-82E7-1BCE0E8AF20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04613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915234F-9F30-4B8E-821A-4CA11ECA768E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cxnSp>
        <p:nvCxnSpPr>
          <p:cNvPr id="10" name="Google Shape;281;p50">
            <a:extLst>
              <a:ext uri="{FF2B5EF4-FFF2-40B4-BE49-F238E27FC236}">
                <a16:creationId xmlns:a16="http://schemas.microsoft.com/office/drawing/2014/main" id="{CFD47C1A-B4E5-4665-8189-C28F3A9530A9}"/>
              </a:ext>
            </a:extLst>
          </p:cNvPr>
          <p:cNvCxnSpPr>
            <a:cxnSpLocks/>
          </p:cNvCxnSpPr>
          <p:nvPr userDrawn="1"/>
        </p:nvCxnSpPr>
        <p:spPr>
          <a:xfrm>
            <a:off x="463840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47887295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;p10">
            <a:extLst>
              <a:ext uri="{FF2B5EF4-FFF2-40B4-BE49-F238E27FC236}">
                <a16:creationId xmlns:a16="http://schemas.microsoft.com/office/drawing/2014/main" id="{EF0B4B41-AF40-DA43-6E3C-61199E9304A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96091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cxnSp>
        <p:nvCxnSpPr>
          <p:cNvPr id="7" name="Google Shape;281;p50">
            <a:extLst>
              <a:ext uri="{FF2B5EF4-FFF2-40B4-BE49-F238E27FC236}">
                <a16:creationId xmlns:a16="http://schemas.microsoft.com/office/drawing/2014/main" id="{4F9A1049-8CC2-6A1F-E4A6-E9662D06F4DB}"/>
              </a:ext>
            </a:extLst>
          </p:cNvPr>
          <p:cNvCxnSpPr>
            <a:cxnSpLocks/>
          </p:cNvCxnSpPr>
          <p:nvPr userDrawn="1"/>
        </p:nvCxnSpPr>
        <p:spPr>
          <a:xfrm>
            <a:off x="455318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32;p9">
            <a:extLst>
              <a:ext uri="{FF2B5EF4-FFF2-40B4-BE49-F238E27FC236}">
                <a16:creationId xmlns:a16="http://schemas.microsoft.com/office/drawing/2014/main" id="{331F55AD-2380-B771-54AC-716CF7C67EE7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96090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9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4312C8B-B25F-5EFE-01F3-544DA90E76DA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6192322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3356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2" r:id="rId1"/>
    <p:sldLayoutId id="2147483733" r:id="rId2"/>
    <p:sldLayoutId id="2147483736" r:id="rId3"/>
    <p:sldLayoutId id="2147483743" r:id="rId4"/>
    <p:sldLayoutId id="2147483738" r:id="rId5"/>
    <p:sldLayoutId id="2147483739" r:id="rId6"/>
    <p:sldLayoutId id="2147483741" r:id="rId7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A50E719-6280-2F6A-1CB5-EE96BDA04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Programming(7)</a:t>
            </a:r>
            <a:endParaRPr lang="en-US" sz="40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D47F06-3B94-947A-F241-7EBB8EF82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/>
              <a:t>Sayed Mostafa </a:t>
            </a:r>
            <a:r>
              <a:rPr lang="en-US" sz="1400" b="1" dirty="0" err="1"/>
              <a:t>Modaghegh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1287085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8E83D-4274-7DD7-2A16-D959C3C8B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Programming_7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75A84E4-7B35-9B3D-7D87-2DEC907114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B1788C-902B-9296-4CDA-D69B05304BF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0" y="935951"/>
            <a:ext cx="7985378" cy="2776150"/>
          </a:xfrm>
        </p:spPr>
        <p:txBody>
          <a:bodyPr/>
          <a:lstStyle/>
          <a:p>
            <a:pPr marL="390521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Understand and write nested if statements</a:t>
            </a:r>
          </a:p>
          <a:p>
            <a:pPr marL="390521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Recognize when nested conditions are needed</a:t>
            </a:r>
          </a:p>
          <a:p>
            <a:pPr marL="390521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Build multi-level decision structures</a:t>
            </a:r>
          </a:p>
          <a:p>
            <a:pPr marL="390521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Import and use Python modules</a:t>
            </a:r>
          </a:p>
          <a:p>
            <a:pPr marL="390521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Create a simple custom module</a:t>
            </a:r>
          </a:p>
          <a:p>
            <a:pPr marL="390521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Organize code into separate files</a:t>
            </a:r>
          </a:p>
          <a:p>
            <a:pPr marL="390521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Understand modular programming</a:t>
            </a:r>
            <a:endParaRPr lang="en-US" sz="105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183413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2FA180-AA4E-6F92-16E1-37076B143F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Nested Conditions</a:t>
            </a:r>
          </a:p>
        </p:txBody>
      </p:sp>
    </p:spTree>
    <p:extLst>
      <p:ext uri="{BB962C8B-B14F-4D97-AF65-F5344CB8AC3E}">
        <p14:creationId xmlns:p14="http://schemas.microsoft.com/office/powerpoint/2010/main" val="2166187864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6F58-F696-A96B-F6F7-59C132125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Nested Conditions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56D5F-6876-891C-E9BA-393A61DDC5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Nested Conditions?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0B34A-A574-B207-B765-A46ACCAAF7E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0" y="1113604"/>
            <a:ext cx="6440715" cy="1847599"/>
          </a:xfrm>
        </p:spPr>
        <p:txBody>
          <a:bodyPr/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We use nested conditions when: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 decision depends on another decision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Multi-level checking is needed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Input validation requires steps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The problem includes “first check X, then inside it check Y”</a:t>
            </a:r>
          </a:p>
        </p:txBody>
      </p:sp>
      <p:pic>
        <p:nvPicPr>
          <p:cNvPr id="6" name="Picture 5" descr="Cartoon a cartoon of a person standing next to a computer screen&#10;&#10;AI-generated content may be incorrect.">
            <a:extLst>
              <a:ext uri="{FF2B5EF4-FFF2-40B4-BE49-F238E27FC236}">
                <a16:creationId xmlns:a16="http://schemas.microsoft.com/office/drawing/2014/main" id="{1559C5E4-6F35-66E9-CC3E-2151401E5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475" y="3039294"/>
            <a:ext cx="2641050" cy="155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8540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2FA180-AA4E-6F92-16E1-37076B143F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Python Modules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7873609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6C9B-ACAF-634F-14A5-59B92EFF1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Python Modules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CE6EA-37E5-4DEE-B010-65AA81F5CB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are Modules?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14EF8-56AC-8A45-2020-52471774B5C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 module is a file containing Python code that we can import and reuse.</a:t>
            </a:r>
          </a:p>
          <a:p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Reasons for modules: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Code organization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Reusability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Clean and scalable programs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Separation of logic (login module, item module, main program)</a:t>
            </a:r>
          </a:p>
        </p:txBody>
      </p:sp>
      <p:pic>
        <p:nvPicPr>
          <p:cNvPr id="6" name="Picture 5" descr="A cartoon of a person and a robot&#10;&#10;AI-generated content may be incorrect.">
            <a:extLst>
              <a:ext uri="{FF2B5EF4-FFF2-40B4-BE49-F238E27FC236}">
                <a16:creationId xmlns:a16="http://schemas.microsoft.com/office/drawing/2014/main" id="{8EB62F22-B480-7D5B-CE88-550269335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316" y="3423468"/>
            <a:ext cx="2856912" cy="160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420847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2090D-0399-3335-D5A0-DA888FCC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Python Modules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071D3-69E1-3506-E003-DC04F4C72D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math module</a:t>
            </a:r>
          </a:p>
        </p:txBody>
      </p:sp>
      <p:pic>
        <p:nvPicPr>
          <p:cNvPr id="6" name="Picture 5" descr="A computer screen with text and numbers&#10;&#10;AI-generated content may be incorrect.">
            <a:extLst>
              <a:ext uri="{FF2B5EF4-FFF2-40B4-BE49-F238E27FC236}">
                <a16:creationId xmlns:a16="http://schemas.microsoft.com/office/drawing/2014/main" id="{7E66762A-0DE7-C091-59AC-06CE5F579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42" y="967191"/>
            <a:ext cx="5410669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73814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F1ECB0-18BD-4FA1-91BE-AE1A1113DE1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76462" y="535940"/>
            <a:ext cx="4791075" cy="64611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  <p:pic>
        <p:nvPicPr>
          <p:cNvPr id="6" name="Graphic 5" descr="Email with solid fill">
            <a:extLst>
              <a:ext uri="{FF2B5EF4-FFF2-40B4-BE49-F238E27FC236}">
                <a16:creationId xmlns:a16="http://schemas.microsoft.com/office/drawing/2014/main" id="{21BD309E-BA27-4490-BF9C-0C19B0C48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0544" y="2742864"/>
            <a:ext cx="358517" cy="358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06EEFA-3207-48A7-88E8-EA57343BA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1467773"/>
            <a:ext cx="923363" cy="1103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AEEC1B-9C1E-4DCD-A4D6-2BDFE07E8B9B}"/>
              </a:ext>
            </a:extLst>
          </p:cNvPr>
          <p:cNvSpPr txBox="1"/>
          <p:nvPr/>
        </p:nvSpPr>
        <p:spPr>
          <a:xfrm>
            <a:off x="2709803" y="1604262"/>
            <a:ext cx="2624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About me: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Sayed Mostafa </a:t>
            </a:r>
            <a:r>
              <a:rPr lang="en-US" sz="12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Modaghegh</a:t>
            </a:r>
            <a:endParaRPr lang="en-US" sz="1200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AI and Robotics student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Computer vision developer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AF9A0-62AD-4B9F-B813-9D8E0C3C1A63}"/>
              </a:ext>
            </a:extLst>
          </p:cNvPr>
          <p:cNvSpPr txBox="1"/>
          <p:nvPr/>
        </p:nvSpPr>
        <p:spPr>
          <a:xfrm>
            <a:off x="2889061" y="2814700"/>
            <a:ext cx="35864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Sm.mostafa79modaqeq@gmail.com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C05FC8-A469-4BBE-9682-7B46D9FABA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874" y="3258944"/>
            <a:ext cx="300083" cy="3000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649A78-2575-431A-BE3D-C202F6A2E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5230" y="3258944"/>
            <a:ext cx="300082" cy="300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58B7FC-0C15-45FB-B572-124390E4AA47}"/>
              </a:ext>
            </a:extLst>
          </p:cNvPr>
          <p:cNvSpPr txBox="1"/>
          <p:nvPr/>
        </p:nvSpPr>
        <p:spPr>
          <a:xfrm>
            <a:off x="3174140" y="3258944"/>
            <a:ext cx="30163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@mostafa_modaghegh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3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7" grpId="0"/>
    </p:bldLst>
  </p:timing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6352</TotalTime>
  <Words>166</Words>
  <Application>Microsoft Office PowerPoint</Application>
  <PresentationFormat>On-screen Show (16:9)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Khmer UI</vt:lpstr>
      <vt:lpstr>Aptos</vt:lpstr>
      <vt:lpstr>Aharoni</vt:lpstr>
      <vt:lpstr>Posterama</vt:lpstr>
      <vt:lpstr>Montserrat ExtraLight</vt:lpstr>
      <vt:lpstr>Montserrat</vt:lpstr>
      <vt:lpstr>Montserrat ExtraBold</vt:lpstr>
      <vt:lpstr>Arial</vt:lpstr>
      <vt:lpstr>Futuristic Background by Slidesgo</vt:lpstr>
      <vt:lpstr>Programming(7)</vt:lpstr>
      <vt:lpstr>Programming_7</vt:lpstr>
      <vt:lpstr>Nested Conditions</vt:lpstr>
      <vt:lpstr>Nested Conditions</vt:lpstr>
      <vt:lpstr>Python Modules</vt:lpstr>
      <vt:lpstr>Python Modules</vt:lpstr>
      <vt:lpstr>Python Modules</vt:lpstr>
      <vt:lpstr>Thank You</vt:lpstr>
    </vt:vector>
  </TitlesOfParts>
  <Manager>Mortaza Nabavi</Manager>
  <Company>Gharjistan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Circuits</dc:title>
  <dc:subject>Logic Circuits</dc:subject>
  <dc:creator>Mortaza Nabavi</dc:creator>
  <cp:keywords>Logic Circuits</cp:keywords>
  <cp:lastModifiedBy>Mostafi</cp:lastModifiedBy>
  <cp:revision>249</cp:revision>
  <dcterms:created xsi:type="dcterms:W3CDTF">2024-12-02T14:00:11Z</dcterms:created>
  <dcterms:modified xsi:type="dcterms:W3CDTF">2025-11-25T09:17:13Z</dcterms:modified>
  <cp:category>Logic Circuits</cp:category>
</cp:coreProperties>
</file>