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0"/>
  </p:notesMasterIdLst>
  <p:sldIdLst>
    <p:sldId id="451" r:id="rId2"/>
    <p:sldId id="453" r:id="rId3"/>
    <p:sldId id="452" r:id="rId4"/>
    <p:sldId id="454" r:id="rId5"/>
    <p:sldId id="455" r:id="rId6"/>
    <p:sldId id="456" r:id="rId7"/>
    <p:sldId id="457" r:id="rId8"/>
    <p:sldId id="450" r:id="rId9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1"/>
    </p:embeddedFont>
    <p:embeddedFont>
      <p:font typeface="Khmer UI" panose="020B0502040204020203" pitchFamily="34" charset="0"/>
      <p:regular r:id="rId12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ExtraBold" panose="00000900000000000000" pitchFamily="2" charset="0"/>
      <p:bold r:id="rId18"/>
      <p:boldItalic r:id="rId19"/>
    </p:embeddedFont>
    <p:embeddedFont>
      <p:font typeface="Montserrat ExtraLight" panose="00000300000000000000" pitchFamily="2" charset="0"/>
      <p:regular r:id="rId20"/>
      <p:italic r:id="rId21"/>
    </p:embeddedFont>
    <p:embeddedFont>
      <p:font typeface="Posterama" panose="020B0504020200020000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14" d="100"/>
          <a:sy n="114" d="100"/>
        </p:scale>
        <p:origin x="86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Programming(6)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72471609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Programming_6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935951"/>
            <a:ext cx="7985378" cy="2253326"/>
          </a:xfrm>
        </p:spPr>
        <p:txBody>
          <a:bodyPr/>
          <a:lstStyle/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Define and call functions</a:t>
            </a:r>
          </a:p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Use parameters &amp; arguments</a:t>
            </a:r>
          </a:p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Use default parameter values</a:t>
            </a:r>
          </a:p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Understand return vs print</a:t>
            </a:r>
          </a:p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Return multiple values from a function</a:t>
            </a:r>
          </a:p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Use functions with loops &amp; if</a:t>
            </a:r>
          </a:p>
          <a:p>
            <a:r>
              <a:rPr lang="en-US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✅ Understand basic variable scope</a:t>
            </a:r>
            <a:endParaRPr lang="en-US" sz="11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CB0-9497-4E29-C496-DB3713D5D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04866251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>
            <a:extLst>
              <a:ext uri="{FF2B5EF4-FFF2-40B4-BE49-F238E27FC236}">
                <a16:creationId xmlns:a16="http://schemas.microsoft.com/office/drawing/2014/main" id="{C88081E8-10F3-C829-7D72-8546D9DCA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Functions?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38529-93A3-461B-A1F0-E64D7952BDE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956159"/>
            <a:ext cx="7985378" cy="2023212"/>
          </a:xfrm>
        </p:spPr>
        <p:txBody>
          <a:bodyPr/>
          <a:lstStyle/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🟣 Avoid repeating code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🟣 Make programs cleaner and easier to read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🟣 Reuse logic many times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🟣 Organize code into logical blocks</a:t>
            </a:r>
          </a:p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💡 Think of a function like a small worker that does one job.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7EEA14-B994-B59B-8C8F-31A9BC71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Functions</a:t>
            </a:r>
            <a:endParaRPr lang="en-US" dirty="0"/>
          </a:p>
        </p:txBody>
      </p:sp>
      <p:pic>
        <p:nvPicPr>
          <p:cNvPr id="16" name="Picture 15" descr="A cartoon of a person standing next to a machine&#10;&#10;AI-generated content may be incorrect.">
            <a:extLst>
              <a:ext uri="{FF2B5EF4-FFF2-40B4-BE49-F238E27FC236}">
                <a16:creationId xmlns:a16="http://schemas.microsoft.com/office/drawing/2014/main" id="{0B84F684-C9DA-B568-FBF2-CE68F06C6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406" y="2749716"/>
            <a:ext cx="3935163" cy="221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6538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81F0587-B615-7300-BE4D-64B3477811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 Function Syntax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7A6F0-F00C-13F7-00ED-A729BA48F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85D5E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dirty="0"/>
          </a:p>
        </p:txBody>
      </p:sp>
      <p:pic>
        <p:nvPicPr>
          <p:cNvPr id="6" name="Picture 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B64C950D-CDD9-5EF4-FAAE-99B527B26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0772"/>
            <a:ext cx="91440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5873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2DCEEA0-F9B9-0790-90B3-1554F707F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D56E85-9FDA-9571-CD16-36DBBA5C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85D5E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dirty="0"/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DB0EA530-3132-A8E7-07C1-273752D74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28" y="1665047"/>
            <a:ext cx="7130543" cy="250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5774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886BCE9-0D89-8D47-E1FB-17808540D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Return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41CDF4-2759-CE24-B636-73BBCA27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0" i="0" dirty="0">
                <a:solidFill>
                  <a:srgbClr val="85D5E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Functions</a:t>
            </a:r>
            <a:endParaRPr lang="en-US" dirty="0"/>
          </a:p>
        </p:txBody>
      </p:sp>
      <p:pic>
        <p:nvPicPr>
          <p:cNvPr id="6" name="Picture 5" descr="A computer code with arrows and numbers&#10;&#10;AI-generated content may be incorrect.">
            <a:extLst>
              <a:ext uri="{FF2B5EF4-FFF2-40B4-BE49-F238E27FC236}">
                <a16:creationId xmlns:a16="http://schemas.microsoft.com/office/drawing/2014/main" id="{3CED3D57-44DC-E8F9-B96E-589E49A21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2" y="822933"/>
            <a:ext cx="6320118" cy="3130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BF445-9366-96E0-C4FC-A21DEF4DE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969" y="2731445"/>
            <a:ext cx="3300849" cy="185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8610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6355</TotalTime>
  <Words>127</Words>
  <Application>Microsoft Office PowerPoint</Application>
  <PresentationFormat>On-screen Show (16:9)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Montserrat ExtraBold</vt:lpstr>
      <vt:lpstr>Montserrat ExtraLight</vt:lpstr>
      <vt:lpstr>Khmer UI</vt:lpstr>
      <vt:lpstr>Aptos</vt:lpstr>
      <vt:lpstr>Aharoni</vt:lpstr>
      <vt:lpstr>Posterama</vt:lpstr>
      <vt:lpstr>Montserrat</vt:lpstr>
      <vt:lpstr>Futuristic Background by Slidesgo</vt:lpstr>
      <vt:lpstr>Programming(6)</vt:lpstr>
      <vt:lpstr>Programming_6</vt:lpstr>
      <vt:lpstr>Functions</vt:lpstr>
      <vt:lpstr>Functions</vt:lpstr>
      <vt:lpstr>Functions</vt:lpstr>
      <vt:lpstr>Functions</vt:lpstr>
      <vt:lpstr>Functions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251</cp:revision>
  <dcterms:created xsi:type="dcterms:W3CDTF">2024-12-02T14:00:11Z</dcterms:created>
  <dcterms:modified xsi:type="dcterms:W3CDTF">2025-11-09T10:52:22Z</dcterms:modified>
  <cp:category>Logic Circuits</cp:category>
</cp:coreProperties>
</file>