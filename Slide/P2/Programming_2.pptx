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72" r:id="rId1"/>
  </p:sldMasterIdLst>
  <p:notesMasterIdLst>
    <p:notesMasterId r:id="rId16"/>
  </p:notesMasterIdLst>
  <p:sldIdLst>
    <p:sldId id="413" r:id="rId2"/>
    <p:sldId id="452" r:id="rId3"/>
    <p:sldId id="453" r:id="rId4"/>
    <p:sldId id="454" r:id="rId5"/>
    <p:sldId id="456" r:id="rId6"/>
    <p:sldId id="455" r:id="rId7"/>
    <p:sldId id="458" r:id="rId8"/>
    <p:sldId id="457" r:id="rId9"/>
    <p:sldId id="460" r:id="rId10"/>
    <p:sldId id="459" r:id="rId11"/>
    <p:sldId id="461" r:id="rId12"/>
    <p:sldId id="462" r:id="rId13"/>
    <p:sldId id="463" r:id="rId14"/>
    <p:sldId id="450" r:id="rId15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7"/>
    </p:embeddedFont>
    <p:embeddedFont>
      <p:font typeface="Khmer UI" panose="020B0502040204020203" pitchFamily="34" charset="0"/>
      <p:regular r:id="rId18"/>
      <p:bold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ExtraBold" panose="00000900000000000000" pitchFamily="2" charset="0"/>
      <p:bold r:id="rId24"/>
      <p:boldItalic r:id="rId25"/>
    </p:embeddedFont>
    <p:embeddedFont>
      <p:font typeface="Montserrat ExtraLight" panose="00000300000000000000" pitchFamily="2" charset="0"/>
      <p:regular r:id="rId26"/>
      <p:italic r:id="rId27"/>
    </p:embeddedFont>
    <p:embeddedFont>
      <p:font typeface="Posterama" panose="020B0504020200020000" pitchFamily="3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D8B"/>
    <a:srgbClr val="72A700"/>
    <a:srgbClr val="F9F488"/>
    <a:srgbClr val="FFE6C5"/>
    <a:srgbClr val="FFAE43"/>
    <a:srgbClr val="85D5E6"/>
    <a:srgbClr val="FFD074"/>
    <a:srgbClr val="001631"/>
    <a:srgbClr val="E97132"/>
    <a:srgbClr val="747A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09" autoAdjust="0"/>
    <p:restoredTop sz="96323" autoAdjust="0"/>
  </p:normalViewPr>
  <p:slideViewPr>
    <p:cSldViewPr snapToGrid="0">
      <p:cViewPr varScale="1">
        <p:scale>
          <a:sx n="126" d="100"/>
          <a:sy n="126" d="100"/>
        </p:scale>
        <p:origin x="42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333E3-72D9-4F8D-8968-0C5D8F107340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9271D7-2488-401D-96D1-EFC76CE69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4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457B78B-8EB0-26C4-34D1-4BA9B7FA54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79693BF6-B94C-D376-1789-A93C44ABD663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cxnSp>
        <p:nvCxnSpPr>
          <p:cNvPr id="5" name="Google Shape;165;p38">
            <a:extLst>
              <a:ext uri="{FF2B5EF4-FFF2-40B4-BE49-F238E27FC236}">
                <a16:creationId xmlns:a16="http://schemas.microsoft.com/office/drawing/2014/main" id="{6958F97A-D385-638A-6C5B-8EC5D1715C4C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60" y="3653609"/>
            <a:ext cx="1019175" cy="1019175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857625" y="4163197"/>
            <a:ext cx="26346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fall semester 2025 _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Gharjistan</a:t>
            </a:r>
            <a:r>
              <a:rPr lang="en-US" sz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 </a:t>
            </a:r>
            <a:r>
              <a:rPr lang="en-US" sz="1200" baseline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Khmer UI" pitchFamily="34" charset="0"/>
                <a:cs typeface="Khmer UI" pitchFamily="34" charset="0"/>
              </a:rPr>
              <a:t>uni</a:t>
            </a:r>
            <a:endParaRPr lang="en-US" sz="1200" dirty="0">
              <a:solidFill>
                <a:schemeClr val="tx2">
                  <a:lumMod val="60000"/>
                  <a:lumOff val="40000"/>
                </a:schemeClr>
              </a:solidFill>
              <a:latin typeface="Khmer UI" pitchFamily="34" charset="0"/>
              <a:cs typeface="Khmer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72272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-No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A11C6-19AA-3E44-58A7-C914B018C1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1654825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6" name="Google Shape;165;p38">
            <a:extLst>
              <a:ext uri="{FF2B5EF4-FFF2-40B4-BE49-F238E27FC236}">
                <a16:creationId xmlns:a16="http://schemas.microsoft.com/office/drawing/2014/main" id="{1E131CE8-B620-0118-54DC-E0B7B5A813DD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346791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1" name="Google Shape;20;p5">
            <a:extLst>
              <a:ext uri="{FF2B5EF4-FFF2-40B4-BE49-F238E27FC236}">
                <a16:creationId xmlns:a16="http://schemas.microsoft.com/office/drawing/2014/main" id="{EA059631-C19E-991D-6D01-BE23FB70338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2407885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7276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 preserve="1" userDrawn="1">
  <p:cSld name="Section 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C644-0069-AB3E-B406-3479FF69F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75900" y="2249400"/>
            <a:ext cx="4792200" cy="6447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85D5E6"/>
                </a:solidFill>
              </a:defRPr>
            </a:lvl1pPr>
          </a:lstStyle>
          <a:p>
            <a:r>
              <a:rPr lang="en-US" sz="4050" dirty="0"/>
              <a:t>Title</a:t>
            </a:r>
          </a:p>
        </p:txBody>
      </p:sp>
      <p:cxnSp>
        <p:nvCxnSpPr>
          <p:cNvPr id="3" name="Google Shape;165;p38">
            <a:extLst>
              <a:ext uri="{FF2B5EF4-FFF2-40B4-BE49-F238E27FC236}">
                <a16:creationId xmlns:a16="http://schemas.microsoft.com/office/drawing/2014/main" id="{502F4F22-45C1-4753-A4B4-178CCF92C488}"/>
              </a:ext>
            </a:extLst>
          </p:cNvPr>
          <p:cNvCxnSpPr>
            <a:cxnSpLocks/>
          </p:cNvCxnSpPr>
          <p:nvPr userDrawn="1"/>
        </p:nvCxnSpPr>
        <p:spPr>
          <a:xfrm>
            <a:off x="2651760" y="2941366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;p5">
            <a:extLst>
              <a:ext uri="{FF2B5EF4-FFF2-40B4-BE49-F238E27FC236}">
                <a16:creationId xmlns:a16="http://schemas.microsoft.com/office/drawing/2014/main" id="{2ECA98E3-F378-0703-E813-0F1EBA84AEEB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7406" y="3002460"/>
            <a:ext cx="4929188" cy="48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400" b="0" i="0" u="none" strike="noStrike" kern="0" cap="none" dirty="0">
                <a:solidFill>
                  <a:srgbClr val="FFD0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ExtraLight"/>
                <a:ea typeface="Montserrat ExtraLight"/>
                <a:cs typeface="Montserrat ExtraLight"/>
                <a:sym typeface="Montserrat ExtraBold"/>
              </a:defRPr>
            </a:lvl1pPr>
            <a:lvl2pPr marL="685766" lvl="1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 rtl="0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59809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165;p38">
            <a:extLst>
              <a:ext uri="{FF2B5EF4-FFF2-40B4-BE49-F238E27FC236}">
                <a16:creationId xmlns:a16="http://schemas.microsoft.com/office/drawing/2014/main" id="{5FB02F9F-884B-4495-B25D-AB2D27F8BDA9}"/>
              </a:ext>
            </a:extLst>
          </p:cNvPr>
          <p:cNvCxnSpPr>
            <a:cxnSpLocks/>
          </p:cNvCxnSpPr>
          <p:nvPr userDrawn="1"/>
        </p:nvCxnSpPr>
        <p:spPr>
          <a:xfrm>
            <a:off x="2651760" y="1303659"/>
            <a:ext cx="384048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2987732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140121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2;p9">
            <a:extLst>
              <a:ext uri="{FF2B5EF4-FFF2-40B4-BE49-F238E27FC236}">
                <a16:creationId xmlns:a16="http://schemas.microsoft.com/office/drawing/2014/main" id="{EDCFF91D-84B0-43AC-0860-DF47CEB52A30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04612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5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8" name="Google Shape;36;p10">
            <a:extLst>
              <a:ext uri="{FF2B5EF4-FFF2-40B4-BE49-F238E27FC236}">
                <a16:creationId xmlns:a16="http://schemas.microsoft.com/office/drawing/2014/main" id="{E5E23F22-CC2F-45A0-82E7-1BCE0E8AF20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04613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915234F-9F30-4B8E-821A-4CA11ECA768E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cxnSp>
        <p:nvCxnSpPr>
          <p:cNvPr id="10" name="Google Shape;281;p50">
            <a:extLst>
              <a:ext uri="{FF2B5EF4-FFF2-40B4-BE49-F238E27FC236}">
                <a16:creationId xmlns:a16="http://schemas.microsoft.com/office/drawing/2014/main" id="{CFD47C1A-B4E5-4665-8189-C28F3A9530A9}"/>
              </a:ext>
            </a:extLst>
          </p:cNvPr>
          <p:cNvCxnSpPr>
            <a:cxnSpLocks/>
          </p:cNvCxnSpPr>
          <p:nvPr userDrawn="1"/>
        </p:nvCxnSpPr>
        <p:spPr>
          <a:xfrm>
            <a:off x="463840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347887295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1_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;p10">
            <a:extLst>
              <a:ext uri="{FF2B5EF4-FFF2-40B4-BE49-F238E27FC236}">
                <a16:creationId xmlns:a16="http://schemas.microsoft.com/office/drawing/2014/main" id="{EF0B4B41-AF40-DA43-6E3C-61199E9304A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96091" y="113019"/>
            <a:ext cx="5194074" cy="4020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1600" b="0" i="0" u="none" strike="noStrike" kern="0" cap="none" dirty="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TITLE GOES HERE …</a:t>
            </a:r>
            <a:endParaRPr dirty="0"/>
          </a:p>
        </p:txBody>
      </p:sp>
      <p:cxnSp>
        <p:nvCxnSpPr>
          <p:cNvPr id="7" name="Google Shape;281;p50">
            <a:extLst>
              <a:ext uri="{FF2B5EF4-FFF2-40B4-BE49-F238E27FC236}">
                <a16:creationId xmlns:a16="http://schemas.microsoft.com/office/drawing/2014/main" id="{4F9A1049-8CC2-6A1F-E4A6-E9662D06F4DB}"/>
              </a:ext>
            </a:extLst>
          </p:cNvPr>
          <p:cNvCxnSpPr>
            <a:cxnSpLocks/>
          </p:cNvCxnSpPr>
          <p:nvPr userDrawn="1"/>
        </p:nvCxnSpPr>
        <p:spPr>
          <a:xfrm>
            <a:off x="455318" y="484434"/>
            <a:ext cx="2514600" cy="0"/>
          </a:xfrm>
          <a:prstGeom prst="straightConnector1">
            <a:avLst/>
          </a:prstGeom>
          <a:noFill/>
          <a:ln w="12700" cap="flat" cmpd="sng">
            <a:solidFill>
              <a:srgbClr val="85D5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32;p9">
            <a:extLst>
              <a:ext uri="{FF2B5EF4-FFF2-40B4-BE49-F238E27FC236}">
                <a16:creationId xmlns:a16="http://schemas.microsoft.com/office/drawing/2014/main" id="{331F55AD-2380-B771-54AC-716CF7C67EE7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396090" y="420857"/>
            <a:ext cx="5735699" cy="5897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000" b="0" i="0" u="none" strike="noStrike" kern="0" cap="none" dirty="0">
                <a:solidFill>
                  <a:srgbClr val="FFD074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9pPr>
          </a:lstStyle>
          <a:p>
            <a:r>
              <a:rPr lang="en-US" dirty="0"/>
              <a:t>Subtitle goes here …</a:t>
            </a:r>
            <a:endParaRPr dirty="0"/>
          </a:p>
        </p:txBody>
      </p:sp>
      <p:sp>
        <p:nvSpPr>
          <p:cNvPr id="9" name="Google Shape;17;p4">
            <a:extLst>
              <a:ext uri="{FF2B5EF4-FFF2-40B4-BE49-F238E27FC236}">
                <a16:creationId xmlns:a16="http://schemas.microsoft.com/office/drawing/2014/main" id="{345C5E3F-C6BF-5AB1-63B1-1DA3334D07D9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396090" y="1162049"/>
            <a:ext cx="7985378" cy="3005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04771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300" kern="1200" dirty="0">
                <a:solidFill>
                  <a:schemeClr val="bg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766" lvl="1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028649" lvl="2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371532" lvl="3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1714415" lvl="4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057297" lvl="5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2400180" lvl="6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2743064" lvl="7" indent="-238113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3085946" lvl="8" indent="-238113"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Text goes here …</a:t>
            </a:r>
            <a:endParaRPr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312C8B-B25F-5EFE-01F3-544DA90E76DA}"/>
              </a:ext>
            </a:extLst>
          </p:cNvPr>
          <p:cNvSpPr txBox="1">
            <a:spLocks/>
          </p:cNvSpPr>
          <p:nvPr userDrawn="1"/>
        </p:nvSpPr>
        <p:spPr>
          <a:xfrm>
            <a:off x="7837247" y="4769203"/>
            <a:ext cx="863222" cy="2612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defTabSz="685800"/>
            <a:fld id="{F8A59C0B-2424-46FD-9890-DD87FF18FE2B}" type="slidenum">
              <a:rPr lang="en-US" sz="1050" kern="0" smtClean="0">
                <a:solidFill>
                  <a:srgbClr val="FFD074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pPr algn="r" defTabSz="685800"/>
              <a:t>‹#›</a:t>
            </a:fld>
            <a:endParaRPr lang="en-US" sz="1200" kern="0" dirty="0">
              <a:solidFill>
                <a:srgbClr val="FFD074"/>
              </a:solidFill>
              <a:latin typeface="Posterama" panose="020B0504020200020000" pitchFamily="34" charset="0"/>
              <a:cs typeface="Posterama" panose="020B0504020200020000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4295774"/>
            <a:ext cx="685799" cy="68579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904875" y="4725824"/>
            <a:ext cx="1581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Mostafa</a:t>
            </a:r>
            <a:r>
              <a:rPr lang="en-US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 </a:t>
            </a:r>
            <a:r>
              <a:rPr lang="en-US" sz="10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haroni" pitchFamily="2" charset="-79"/>
                <a:cs typeface="Aharoni" pitchFamily="2" charset="-79"/>
              </a:rPr>
              <a:t>Modaghegh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66192322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3356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2" r:id="rId1"/>
    <p:sldLayoutId id="2147483733" r:id="rId2"/>
    <p:sldLayoutId id="2147483736" r:id="rId3"/>
    <p:sldLayoutId id="2147483743" r:id="rId4"/>
    <p:sldLayoutId id="2147483738" r:id="rId5"/>
    <p:sldLayoutId id="2147483739" r:id="rId6"/>
    <p:sldLayoutId id="2147483741" r:id="rId7"/>
  </p:sldLayoutIdLst>
  <p:transition spd="slow"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A50E719-6280-2F6A-1CB5-EE96BDA04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Programming(2)</a:t>
            </a:r>
            <a:endParaRPr lang="en-US" sz="400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5D47F06-3B94-947A-F241-7EBB8EF82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1" dirty="0"/>
              <a:t>Sayed Mostafa </a:t>
            </a:r>
            <a:r>
              <a:rPr lang="en-US" sz="1400" b="1" dirty="0" err="1"/>
              <a:t>Modaghegh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12870854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8E83D-4274-7DD7-2A16-D959C3C8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Programming_2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75A84E4-7B35-9B3D-7D87-2DEC90711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B1788C-902B-9296-4CDA-D69B05304BF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96090" y="1162050"/>
            <a:ext cx="7985378" cy="2253326"/>
          </a:xfrm>
        </p:spPr>
        <p:txBody>
          <a:bodyPr/>
          <a:lstStyle/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Compare values using comparison operators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Combine conditions with logical operators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 if and else for decision making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Understand type conversion (casting)</a:t>
            </a:r>
          </a:p>
          <a:p>
            <a:pPr marL="390521" indent="-285750">
              <a:buFont typeface="Wingdings" panose="05000000000000000000" pitchFamily="2" charset="2"/>
              <a:buChar char="ü"/>
            </a:pPr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Write simple decision-based programs</a:t>
            </a:r>
          </a:p>
        </p:txBody>
      </p:sp>
    </p:spTree>
    <p:extLst>
      <p:ext uri="{BB962C8B-B14F-4D97-AF65-F5344CB8AC3E}">
        <p14:creationId xmlns:p14="http://schemas.microsoft.com/office/powerpoint/2010/main" val="2421834137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000543-2A13-2E77-2CFA-3D8705FFD2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Casting</a:t>
            </a:r>
          </a:p>
        </p:txBody>
      </p:sp>
    </p:spTree>
    <p:extLst>
      <p:ext uri="{BB962C8B-B14F-4D97-AF65-F5344CB8AC3E}">
        <p14:creationId xmlns:p14="http://schemas.microsoft.com/office/powerpoint/2010/main" val="3111321629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EC8241-D7E4-64B9-EDB5-5E02264D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Casting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2F703BB3-1CBC-2C76-0BC0-6D2682A8B5F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3" y="917170"/>
            <a:ext cx="5949424" cy="1157256"/>
          </a:xfrm>
        </p:spPr>
        <p:txBody>
          <a:bodyPr/>
          <a:lstStyle/>
          <a:p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 casting when you need to convert data types.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0897BA-6AD5-16DE-1D82-51C80D79E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393" y="1857550"/>
            <a:ext cx="5751408" cy="23147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25EC82-79EA-3045-345E-C920A0A44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520" y="127262"/>
            <a:ext cx="1192959" cy="69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844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8437D-D8ED-4E4F-5B05-6E163A829C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Comparison Operators</a:t>
            </a:r>
          </a:p>
        </p:txBody>
      </p:sp>
    </p:spTree>
    <p:extLst>
      <p:ext uri="{BB962C8B-B14F-4D97-AF65-F5344CB8AC3E}">
        <p14:creationId xmlns:p14="http://schemas.microsoft.com/office/powerpoint/2010/main" val="384948776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D276414-1668-1B99-E6FF-705543D525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always return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2503DE-C6EB-41F8-72F8-F6B1946F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Comparison Operators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F4A9F6-9016-5B3B-4F9A-C1AEC07DB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916" y="1121994"/>
            <a:ext cx="4876168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1569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A00D7D-AC6D-E984-6BB5-E97CCDC60B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Logical Operators</a:t>
            </a:r>
          </a:p>
        </p:txBody>
      </p:sp>
    </p:spTree>
    <p:extLst>
      <p:ext uri="{BB962C8B-B14F-4D97-AF65-F5344CB8AC3E}">
        <p14:creationId xmlns:p14="http://schemas.microsoft.com/office/powerpoint/2010/main" val="1712365045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4827810-C539-A22F-A090-B09C1CEAB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always return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DCEEE8-98A3-1FB2-893E-038B474D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600" dirty="0"/>
              <a:t>Logical Operators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55911B-61D9-9DA9-7EB7-59A2466FA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700" y="1093239"/>
            <a:ext cx="5062599" cy="337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2550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0C02FA-A838-2051-608E-1547F6C9C4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If statement</a:t>
            </a:r>
          </a:p>
        </p:txBody>
      </p:sp>
    </p:spTree>
    <p:extLst>
      <p:ext uri="{BB962C8B-B14F-4D97-AF65-F5344CB8AC3E}">
        <p14:creationId xmlns:p14="http://schemas.microsoft.com/office/powerpoint/2010/main" val="408268427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883A074-A2A2-0250-0210-3FDE4BB6DA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🧠 What is an </a:t>
            </a:r>
            <a:r>
              <a:rPr lang="en-US" i="1" dirty="0"/>
              <a:t>if statement</a:t>
            </a:r>
            <a:r>
              <a:rPr lang="en-US" dirty="0"/>
              <a:t>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9670DA-A8AD-99A0-CE12-548A82EA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If statement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AB91B88-1E86-F80F-14C3-306152F4840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2" y="793670"/>
            <a:ext cx="7584694" cy="2184531"/>
          </a:xfrm>
        </p:spPr>
        <p:txBody>
          <a:bodyPr/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The if statement is used :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when we want the program to make a decision.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It checks a condition, and if that condition is True, a block of code runs.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If it’s False, that block is skipped (or another block runs using else).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13A9A6-BE46-A479-D9AA-80279D607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645" y="2148000"/>
            <a:ext cx="5038283" cy="283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6756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1F0F259-98EA-04C3-7855-B869548780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Tips for Writing Conditions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3F79D-2A95-DF65-70B5-123577156B5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04612" y="1010592"/>
            <a:ext cx="7985378" cy="3005273"/>
          </a:xfrm>
        </p:spPr>
        <p:txBody>
          <a:bodyPr/>
          <a:lstStyle/>
          <a:p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Use indentation (4 spaces) after if and else</a:t>
            </a:r>
          </a:p>
          <a:p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Always end each condition line with :</a:t>
            </a:r>
          </a:p>
          <a:p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Python cares about spacing!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237E45-DBD3-3DCF-43A2-307852D57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If statement</a:t>
            </a:r>
          </a:p>
        </p:txBody>
      </p:sp>
      <p:pic>
        <p:nvPicPr>
          <p:cNvPr id="6" name="Picture 5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6462AA9A-6167-5470-130D-158E6DC3C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177" y="2206209"/>
            <a:ext cx="4660973" cy="26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19715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A409568-DB1F-C0B9-27AA-CE056F60F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example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16F3D6-1CDC-07F4-80A3-A5D398B7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If statement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A61E6FD-427B-FEF9-47C0-16C77E0FF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403" y="1108046"/>
            <a:ext cx="6109194" cy="291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15691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9FBA52F-662E-B5B7-4E8F-9E6ADDD7E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Combining Conditions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C01BB8-F64C-65E8-6CB7-4F63FBD5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If statement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04E24E-5546-E01F-BB5A-73F4F5D41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29" y="1653050"/>
            <a:ext cx="5355341" cy="259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917183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8F1ECB0-18BD-4FA1-91BE-AE1A1113DE1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76462" y="535940"/>
            <a:ext cx="4791075" cy="646113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Thank You</a:t>
            </a:r>
          </a:p>
        </p:txBody>
      </p:sp>
      <p:pic>
        <p:nvPicPr>
          <p:cNvPr id="6" name="Graphic 5" descr="Email with solid fill">
            <a:extLst>
              <a:ext uri="{FF2B5EF4-FFF2-40B4-BE49-F238E27FC236}">
                <a16:creationId xmlns:a16="http://schemas.microsoft.com/office/drawing/2014/main" id="{21BD309E-BA27-4490-BF9C-0C19B0C48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544" y="2742864"/>
            <a:ext cx="358517" cy="35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06EEFA-3207-48A7-88E8-EA57343BA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9" y="1467773"/>
            <a:ext cx="923363" cy="1103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EEC1B-9C1E-4DCD-A4D6-2BDFE07E8B9B}"/>
              </a:ext>
            </a:extLst>
          </p:cNvPr>
          <p:cNvSpPr txBox="1"/>
          <p:nvPr/>
        </p:nvSpPr>
        <p:spPr>
          <a:xfrm>
            <a:off x="2709803" y="1604262"/>
            <a:ext cx="2624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About me: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Sayed Mostafa </a:t>
            </a:r>
            <a:r>
              <a:rPr lang="en-US" sz="12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Modaghegh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AI and Robotics student</a:t>
            </a:r>
          </a:p>
          <a:p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Computer vision developer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AF9A0-62AD-4B9F-B813-9D8E0C3C1A63}"/>
              </a:ext>
            </a:extLst>
          </p:cNvPr>
          <p:cNvSpPr txBox="1"/>
          <p:nvPr/>
        </p:nvSpPr>
        <p:spPr>
          <a:xfrm>
            <a:off x="2889061" y="2814700"/>
            <a:ext cx="35864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Sm.mostafa79modaqeq@gmail.com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C05FC8-A469-4BBE-9682-7B46D9FABA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874" y="3258944"/>
            <a:ext cx="300083" cy="300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649A78-2575-431A-BE3D-C202F6A2E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5230" y="3258944"/>
            <a:ext cx="300082" cy="30008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58B7FC-0C15-45FB-B572-124390E4AA47}"/>
              </a:ext>
            </a:extLst>
          </p:cNvPr>
          <p:cNvSpPr txBox="1"/>
          <p:nvPr/>
        </p:nvSpPr>
        <p:spPr>
          <a:xfrm>
            <a:off x="3174140" y="3258944"/>
            <a:ext cx="30163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accent5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@mostafa_modaghegh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7" grpId="0"/>
    </p:bldLst>
  </p:timing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6375</TotalTime>
  <Words>192</Words>
  <Application>Microsoft Office PowerPoint</Application>
  <PresentationFormat>On-screen Show (16:9)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Montserrat</vt:lpstr>
      <vt:lpstr>Aptos</vt:lpstr>
      <vt:lpstr>Aharoni</vt:lpstr>
      <vt:lpstr>Montserrat ExtraBold</vt:lpstr>
      <vt:lpstr>Wingdings</vt:lpstr>
      <vt:lpstr>Posterama</vt:lpstr>
      <vt:lpstr>Arial</vt:lpstr>
      <vt:lpstr>Montserrat ExtraLight</vt:lpstr>
      <vt:lpstr>Khmer UI</vt:lpstr>
      <vt:lpstr>Futuristic Background by Slidesgo</vt:lpstr>
      <vt:lpstr>Programming(2)</vt:lpstr>
      <vt:lpstr>Programming_2</vt:lpstr>
      <vt:lpstr>Casting</vt:lpstr>
      <vt:lpstr>Casting</vt:lpstr>
      <vt:lpstr>Comparison Operators</vt:lpstr>
      <vt:lpstr>Comparison Operators</vt:lpstr>
      <vt:lpstr>Logical Operators</vt:lpstr>
      <vt:lpstr>Logical Operators</vt:lpstr>
      <vt:lpstr>If statement</vt:lpstr>
      <vt:lpstr>If statement</vt:lpstr>
      <vt:lpstr>If statement</vt:lpstr>
      <vt:lpstr>If statement</vt:lpstr>
      <vt:lpstr>If statement</vt:lpstr>
      <vt:lpstr>Thank You</vt:lpstr>
    </vt:vector>
  </TitlesOfParts>
  <Manager>Mortaza Nabavi</Manager>
  <Company>Gharjistan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Circuits</dc:title>
  <dc:subject>Logic Circuits</dc:subject>
  <dc:creator>Mortaza Nabavi</dc:creator>
  <cp:keywords>Logic Circuits</cp:keywords>
  <cp:lastModifiedBy>Mostafi</cp:lastModifiedBy>
  <cp:revision>255</cp:revision>
  <dcterms:created xsi:type="dcterms:W3CDTF">2024-12-02T14:00:11Z</dcterms:created>
  <dcterms:modified xsi:type="dcterms:W3CDTF">2025-10-26T08:54:57Z</dcterms:modified>
  <cp:category>Logic Circuits</cp:category>
</cp:coreProperties>
</file>