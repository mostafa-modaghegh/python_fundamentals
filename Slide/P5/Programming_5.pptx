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2"/>
  </p:notesMasterIdLst>
  <p:sldIdLst>
    <p:sldId id="413" r:id="rId2"/>
    <p:sldId id="452" r:id="rId3"/>
    <p:sldId id="454" r:id="rId4"/>
    <p:sldId id="453" r:id="rId5"/>
    <p:sldId id="455" r:id="rId6"/>
    <p:sldId id="456" r:id="rId7"/>
    <p:sldId id="457" r:id="rId8"/>
    <p:sldId id="458" r:id="rId9"/>
    <p:sldId id="459" r:id="rId10"/>
    <p:sldId id="450" r:id="rId1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3"/>
    </p:embeddedFont>
    <p:embeddedFont>
      <p:font typeface="Khmer UI" panose="020B0502040204020203" pitchFamily="34" charset="0"/>
      <p:regular r:id="rId14"/>
      <p:bold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ExtraBold" panose="00000900000000000000" pitchFamily="2" charset="0"/>
      <p:bold r:id="rId20"/>
      <p:boldItalic r:id="rId21"/>
    </p:embeddedFont>
    <p:embeddedFont>
      <p:font typeface="Montserrat ExtraLight" panose="00000300000000000000" pitchFamily="2" charset="0"/>
      <p:regular r:id="rId22"/>
      <p:italic r:id="rId23"/>
    </p:embeddedFont>
    <p:embeddedFont>
      <p:font typeface="Posterama" panose="020B0504020200020000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>
                <a:latin typeface="Aharoni" panose="02010803020104030203" pitchFamily="2" charset="-79"/>
                <a:cs typeface="Aharoni" panose="02010803020104030203" pitchFamily="2" charset="-79"/>
              </a:rPr>
              <a:t>Programming(5)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Programming_5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935951"/>
            <a:ext cx="7985378" cy="2253326"/>
          </a:xfrm>
        </p:spPr>
        <p:txBody>
          <a:bodyPr/>
          <a:lstStyle/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Understand Python string &amp; list behavior</a:t>
            </a:r>
            <a:b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Learn useful string methods</a:t>
            </a:r>
            <a:b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Learn useful list methods</a:t>
            </a:r>
            <a:b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Practice processing text and collections</a:t>
            </a:r>
            <a:b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Improve problem-solving &amp; code readability</a:t>
            </a:r>
            <a:endParaRPr lang="en-US" sz="11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367D959-C641-CF2B-0797-8A4375BD03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57406238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8C98-54BB-2CDD-1CE4-36895B5A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B2942-F3DA-AEF1-CBCE-3C305D49BF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Are Strings?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2B97E0-D1E4-47FE-4CE4-9297A3DB22C9}"/>
              </a:ext>
            </a:extLst>
          </p:cNvPr>
          <p:cNvSpPr>
            <a:spLocks noGrp="1" noChangeArrowheads="1"/>
          </p:cNvSpPr>
          <p:nvPr>
            <p:ph type="body" idx="10"/>
          </p:nvPr>
        </p:nvSpPr>
        <p:spPr bwMode="auto">
          <a:xfrm>
            <a:off x="486925" y="1010592"/>
            <a:ext cx="311335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</a:rPr>
              <a:t>Text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</a:rPr>
              <a:t>Sequence of characters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</a:rPr>
              <a:t>✅ Ordered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</a:rPr>
              <a:t>❌ Not changeable (immutable)</a:t>
            </a:r>
          </a:p>
        </p:txBody>
      </p:sp>
      <p:pic>
        <p:nvPicPr>
          <p:cNvPr id="7" name="Picture 6" descr="A computer screen shot of a game&#10;&#10;AI-generated content may be incorrect.">
            <a:extLst>
              <a:ext uri="{FF2B5EF4-FFF2-40B4-BE49-F238E27FC236}">
                <a16:creationId xmlns:a16="http://schemas.microsoft.com/office/drawing/2014/main" id="{930CCDA6-FA8B-BD93-C246-3E2253C86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409" y="2076324"/>
            <a:ext cx="4505387" cy="253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0393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8001-72A7-201E-1868-00CED7F6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0A2D2-BCF8-C457-AA02-956C71CE3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String Methods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3C06B7D-D64A-5959-8B44-9BE9B854C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93" y="944045"/>
            <a:ext cx="3849017" cy="400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643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B3F2-8B87-5B31-C780-5A10D74D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D20A3-B3D5-4C04-0F0D-B95BF7D9A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String Methods</a:t>
            </a:r>
          </a:p>
          <a:p>
            <a:endParaRPr lang="en-US" dirty="0"/>
          </a:p>
        </p:txBody>
      </p:sp>
      <p:pic>
        <p:nvPicPr>
          <p:cNvPr id="6" name="Picture 5" descr="A black background with yellow text&#10;&#10;AI-generated content may be incorrect.">
            <a:extLst>
              <a:ext uri="{FF2B5EF4-FFF2-40B4-BE49-F238E27FC236}">
                <a16:creationId xmlns:a16="http://schemas.microsoft.com/office/drawing/2014/main" id="{6B645EBF-092E-924C-459F-D32E1B765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417" y="822933"/>
            <a:ext cx="3928798" cy="423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2922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484D08-C8C6-0305-CC54-AA91AE36EF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175142634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9DD3-DED1-C1D4-E485-3B884FA5E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List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33873-318C-E282-CE14-798CC46025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Are Lists?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5D2C6-CF42-4435-2FF0-EE13A739547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89" y="877750"/>
            <a:ext cx="3098008" cy="3005273"/>
          </a:xfrm>
        </p:spPr>
        <p:txBody>
          <a:bodyPr/>
          <a:lstStyle/>
          <a:p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Store multiple values</a:t>
            </a:r>
          </a:p>
          <a:p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Ordered</a:t>
            </a:r>
          </a:p>
          <a:p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Mutable (changeable)</a:t>
            </a:r>
          </a:p>
          <a:p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Supports different data types</a:t>
            </a:r>
          </a:p>
        </p:txBody>
      </p:sp>
      <p:pic>
        <p:nvPicPr>
          <p:cNvPr id="10" name="Picture 9" descr="A computer screen shot&#10;&#10;AI-generated content may be incorrect.">
            <a:extLst>
              <a:ext uri="{FF2B5EF4-FFF2-40B4-BE49-F238E27FC236}">
                <a16:creationId xmlns:a16="http://schemas.microsoft.com/office/drawing/2014/main" id="{DBAE708A-2A6A-5480-280E-AA7882837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698" y="2144217"/>
            <a:ext cx="3908489" cy="26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29954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1D26-7BE2-F890-3295-B19331C4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B4425-37A4-078D-C09B-B15773FE5D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pic>
        <p:nvPicPr>
          <p:cNvPr id="6" name="Picture 5" descr="A list of a python list&#10;&#10;AI-generated content may be incorrect.">
            <a:extLst>
              <a:ext uri="{FF2B5EF4-FFF2-40B4-BE49-F238E27FC236}">
                <a16:creationId xmlns:a16="http://schemas.microsoft.com/office/drawing/2014/main" id="{E6BB9E1D-994A-8EF1-9E51-3213A9CF6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10" y="902259"/>
            <a:ext cx="5901085" cy="376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2078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6355</TotalTime>
  <Words>119</Words>
  <Application>Microsoft Office PowerPoint</Application>
  <PresentationFormat>On-screen Show (16:9)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Montserrat ExtraBold</vt:lpstr>
      <vt:lpstr>Posterama</vt:lpstr>
      <vt:lpstr>Montserrat</vt:lpstr>
      <vt:lpstr>Khmer UI</vt:lpstr>
      <vt:lpstr>Montserrat ExtraLight</vt:lpstr>
      <vt:lpstr>Aptos</vt:lpstr>
      <vt:lpstr>Aharoni</vt:lpstr>
      <vt:lpstr>Futuristic Background by Slidesgo</vt:lpstr>
      <vt:lpstr>Programming(5)</vt:lpstr>
      <vt:lpstr>Programming_5</vt:lpstr>
      <vt:lpstr>String</vt:lpstr>
      <vt:lpstr>String</vt:lpstr>
      <vt:lpstr>String</vt:lpstr>
      <vt:lpstr>String</vt:lpstr>
      <vt:lpstr>List</vt:lpstr>
      <vt:lpstr>List</vt:lpstr>
      <vt:lpstr>List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254</cp:revision>
  <dcterms:created xsi:type="dcterms:W3CDTF">2024-12-02T14:00:11Z</dcterms:created>
  <dcterms:modified xsi:type="dcterms:W3CDTF">2025-11-08T12:53:58Z</dcterms:modified>
  <cp:category>Logic Circuits</cp:category>
</cp:coreProperties>
</file>